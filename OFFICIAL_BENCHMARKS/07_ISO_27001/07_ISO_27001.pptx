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07 ISO 27001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2026-10-02T09:09:41.818624Z | Framework ID: 07_ISO_27001</a:t>
            </a:r>
          </a:p>
          <a:p>
            <a:r>
              <a:t>ISO/IEC 27001:2022, ISO/IEC 42001:2023</a:t>
            </a:r>
          </a:p>
          <a:p>
            <a:r>
              <a:t>PASS — Annex A: A.5 (Policies), A.8 (Asset Mgmt), A.9 (Access Control), A.10 (Crypto), A.12 (Ops), A.14 (Dev)</a:t>
            </a:r>
          </a:p>
          <a:p>
            <a:r>
              <a:t>93 controls: CONFORMANT</a:t>
            </a:r>
          </a:p>
          <a:p>
            <a:r>
              <a:t>AES-256-GCM + scrypt (SovereignMemory) satisfies A.10.1; AIOSS chain satisfies A.12.4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