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K_SGLANG</a:t>
            </a:r>
          </a:p>
          <a:p>
            <a:r>
              <a:t>Tier: TIER_4_INFERENCE_AGENTS</a:t>
            </a:r>
          </a:p>
          <a:p>
            <a:r>
              <a:t>Identity: Upstream sgl-project/sglang @ eb9c9ee99d47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sgl-project/sglang |</a:t>
            </a:r>
          </a:p>
          <a:p>
            <a:r>
              <a:t>| Commit | eb9c9ee99d47bf4c526a06cd84da59cd9cf4e2a5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126.11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K_SGLANG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